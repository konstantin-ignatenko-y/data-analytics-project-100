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3" r:id="rId6"/>
    <p:sldId id="264" r:id="rId7"/>
    <p:sldId id="267" r:id="rId8"/>
    <p:sldId id="265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2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33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E64DE-E07F-4163-9D13-F59384686C11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D809A-C022-4215-85A8-46C7281D6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48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D809A-C022-4215-85A8-46C7281D6A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36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41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01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71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1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58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73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78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36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70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6391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48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7277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54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014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78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9E05-90BF-49E3-A5DA-67AC11D2C249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6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grundigk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48098" y="2725406"/>
            <a:ext cx="7766936" cy="1646302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Проект </a:t>
            </a:r>
            <a:b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4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Дашборд</a:t>
            </a:r>
            <a:r>
              <a:rPr lang="ru-RU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конверсий</a:t>
            </a:r>
            <a: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ru-R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529" y="545638"/>
            <a:ext cx="36480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5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Оглавление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Общее количество посещений по дням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Визиты с разбивкой по платформам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по платформам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Конверсии по платформам</a:t>
            </a:r>
          </a:p>
          <a:p>
            <a:pPr>
              <a:buBlip>
                <a:blip r:embed="rId2"/>
              </a:buBlip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Визиты уникальных пользователей в разрезе рекламных компаний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48343"/>
            <a:ext cx="8596668" cy="13208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85779"/>
            <a:ext cx="9212624" cy="51683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рамках проекта требуется преобразовать полученные данные в графики с их последующим анализом 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Входные данные: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API: 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визиты, регистрация.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Параметры: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API_URL, DATE_BEGIN, DATE_END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CSV: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asd.csv 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 рекламных кампаний </a:t>
            </a:r>
            <a:endParaRPr lang="ru-RU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Выходные данные: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Результат обработки данных, файлы: </a:t>
            </a: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conversion.json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ads.json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Графики: линейные, столбчатые 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charts_project.ipynb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Презентация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presentation.pptx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8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311020"/>
            <a:ext cx="8596668" cy="665747"/>
          </a:xfrm>
        </p:spPr>
        <p:txBody>
          <a:bodyPr>
            <a:normAutofit fontScale="90000"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Общее количество посещений по дням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5023305"/>
            <a:ext cx="8596668" cy="23940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 диаграммы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видно что четкой направленности восходящий и нисходящей нет. Наблюдается всплеск в период с 2023-03-02             по 2023-03-15. Общее количество посещений варьируется от 376       по 1606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44" y="976767"/>
            <a:ext cx="9218645" cy="410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Визиты с разбивкой по платформам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4693298"/>
            <a:ext cx="8893629" cy="1408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 гистограммы видно что основной канал посещения клиентов это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канал. Следом идёт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замыкает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канал.</a:t>
            </a:r>
            <a:endParaRPr lang="ru-RU" sz="2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841" y="1073020"/>
            <a:ext cx="7344614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8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878" y="262812"/>
            <a:ext cx="8596668" cy="873967"/>
          </a:xfrm>
        </p:spPr>
        <p:txBody>
          <a:bodyPr>
            <a:normAutofit fontScale="90000"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Регистрация по платформам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0878" y="4576670"/>
            <a:ext cx="9154885" cy="25379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данной гистограмме видно что клиенты регистрируются с платформы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немного чаще чем с платформы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менее всего регистраций наблюдается с платформы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Обращаю внимание на то что количество посещений на платформе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было в разы больше чем с других платформ.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54" y="699796"/>
            <a:ext cx="7753748" cy="387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6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92359"/>
            <a:ext cx="9110478" cy="13208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Конверсии по платформам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4814597" y="952759"/>
            <a:ext cx="5197150" cy="53231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наглядности взята выборка конверсий за первую неделю. 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Видно что на платформе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сверху и на платформе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по центру конверсия составляет порядка </a:t>
            </a:r>
            <a:r>
              <a:rPr lang="ru-RU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показывает конверсию менее </a:t>
            </a:r>
            <a:r>
              <a:rPr lang="ru-RU" sz="2000" b="1" dirty="0" smtClean="0">
                <a:solidFill>
                  <a:srgbClr val="EF2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9%</a:t>
            </a:r>
          </a:p>
          <a:p>
            <a:pPr marL="0" indent="0">
              <a:buNone/>
            </a:pPr>
            <a:endParaRPr lang="ru-RU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 этого можно предположить что механизм регистрации на платформе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работает не корректно.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952759"/>
            <a:ext cx="4036938" cy="475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2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329682"/>
            <a:ext cx="9110478" cy="1320800"/>
          </a:xfrm>
        </p:spPr>
        <p:txBody>
          <a:bodyPr>
            <a:normAutofit/>
          </a:bodyPr>
          <a:lstStyle/>
          <a:p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Визиты уникальных пользователей в разрезе рекламных компаний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idx="1"/>
          </p:nvPr>
        </p:nvSpPr>
        <p:spPr>
          <a:xfrm>
            <a:off x="677333" y="5607697"/>
            <a:ext cx="9675845" cy="929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период с рекламных кампаний количество визитов возрастает</a:t>
            </a: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886" y="877358"/>
            <a:ext cx="6026737" cy="502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9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4521" y="292360"/>
            <a:ext cx="8596668" cy="13208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4521" y="952760"/>
            <a:ext cx="9339943" cy="50773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рамках проекта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Дашборд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конверсий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экосистемы 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Хекслет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проведена работа по получению данных из источников по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 файлов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Работа велась на платформе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фреймворка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Anaconda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Код скриптов написан на языке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Python.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Полученные данные преобразованы в 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датафреймы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 помощи библиотеки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pandas.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Проведены предварительные преобразования данных с последующим сохранением в формате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JSON.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Построены линейные графики и гистограммы.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Сделаны выводы:</a:t>
            </a:r>
          </a:p>
          <a:p>
            <a:pPr marL="0" indent="0" algn="just">
              <a:buNone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Требуется проверить механизм регистрации на платформе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Рекламные кампании увеличивают визиты уникальных пользователей</a:t>
            </a:r>
            <a:endParaRPr lang="en-US" sz="2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 подготовил: 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Константин Игнатенко,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grundigk@gmail.com</a:t>
            </a:r>
            <a:endParaRPr lang="en-US" sz="2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sz="2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внимание.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8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795</TotalTime>
  <Words>228</Words>
  <Application>Microsoft Office PowerPoint</Application>
  <PresentationFormat>Широкоэкранный</PresentationFormat>
  <Paragraphs>53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Аспект</vt:lpstr>
      <vt:lpstr>Проект  «Дашборд конверсий»</vt:lpstr>
      <vt:lpstr>Оглавление</vt:lpstr>
      <vt:lpstr>Введение</vt:lpstr>
      <vt:lpstr>Общее количество посещений по дням </vt:lpstr>
      <vt:lpstr>Визиты с разбивкой по платформам </vt:lpstr>
      <vt:lpstr>Регистрация по платформам </vt:lpstr>
      <vt:lpstr>Конверсии по платформам </vt:lpstr>
      <vt:lpstr>Визиты уникальных пользователей в разрезе рекламных компаний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Аналитики данных видят главное в океане информации</dc:title>
  <dc:creator>Игнатенко Константин Юрьевич</dc:creator>
  <cp:lastModifiedBy>Игнатенко Константин Юрьевич</cp:lastModifiedBy>
  <cp:revision>65</cp:revision>
  <dcterms:created xsi:type="dcterms:W3CDTF">2026-03-27T10:18:06Z</dcterms:created>
  <dcterms:modified xsi:type="dcterms:W3CDTF">2026-07-31T08:58:41Z</dcterms:modified>
</cp:coreProperties>
</file>